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Duong - Production" userId="65e8c0d3-4603-41c9-b3ca-e08f296ac7bc" providerId="ADAL" clId="{080D2B13-4886-48AD-A60A-C39DB49AAB5E}"/>
    <pc:docChg chg="modSld">
      <pc:chgData name="Lam Duong - Production" userId="65e8c0d3-4603-41c9-b3ca-e08f296ac7bc" providerId="ADAL" clId="{080D2B13-4886-48AD-A60A-C39DB49AAB5E}" dt="2026-04-25T05:32:34.833" v="4" actId="1076"/>
      <pc:docMkLst>
        <pc:docMk/>
      </pc:docMkLst>
      <pc:sldChg chg="modSp mod">
        <pc:chgData name="Lam Duong - Production" userId="65e8c0d3-4603-41c9-b3ca-e08f296ac7bc" providerId="ADAL" clId="{080D2B13-4886-48AD-A60A-C39DB49AAB5E}" dt="2026-04-25T05:31:57.880" v="0" actId="1076"/>
        <pc:sldMkLst>
          <pc:docMk/>
          <pc:sldMk cId="1189731876" sldId="257"/>
        </pc:sldMkLst>
        <pc:picChg chg="mod">
          <ac:chgData name="Lam Duong - Production" userId="65e8c0d3-4603-41c9-b3ca-e08f296ac7bc" providerId="ADAL" clId="{080D2B13-4886-48AD-A60A-C39DB49AAB5E}" dt="2026-04-25T05:31:57.880" v="0" actId="1076"/>
          <ac:picMkLst>
            <pc:docMk/>
            <pc:sldMk cId="1189731876" sldId="257"/>
            <ac:picMk id="5" creationId="{E20BE7E5-51AC-46E1-F681-5C2BF5E620BF}"/>
          </ac:picMkLst>
        </pc:picChg>
      </pc:sldChg>
      <pc:sldChg chg="modSp mod">
        <pc:chgData name="Lam Duong - Production" userId="65e8c0d3-4603-41c9-b3ca-e08f296ac7bc" providerId="ADAL" clId="{080D2B13-4886-48AD-A60A-C39DB49AAB5E}" dt="2026-04-25T05:32:02.707" v="1" actId="1076"/>
        <pc:sldMkLst>
          <pc:docMk/>
          <pc:sldMk cId="3383919542" sldId="258"/>
        </pc:sldMkLst>
        <pc:picChg chg="mod">
          <ac:chgData name="Lam Duong - Production" userId="65e8c0d3-4603-41c9-b3ca-e08f296ac7bc" providerId="ADAL" clId="{080D2B13-4886-48AD-A60A-C39DB49AAB5E}" dt="2026-04-25T05:32:02.707" v="1" actId="1076"/>
          <ac:picMkLst>
            <pc:docMk/>
            <pc:sldMk cId="3383919542" sldId="258"/>
            <ac:picMk id="5" creationId="{E0DCC4DF-E744-3D03-A7D2-B134CDC9C233}"/>
          </ac:picMkLst>
        </pc:picChg>
      </pc:sldChg>
      <pc:sldChg chg="modSp mod">
        <pc:chgData name="Lam Duong - Production" userId="65e8c0d3-4603-41c9-b3ca-e08f296ac7bc" providerId="ADAL" clId="{080D2B13-4886-48AD-A60A-C39DB49AAB5E}" dt="2026-04-25T05:32:16.988" v="2" actId="1076"/>
        <pc:sldMkLst>
          <pc:docMk/>
          <pc:sldMk cId="466161158" sldId="259"/>
        </pc:sldMkLst>
        <pc:picChg chg="mod">
          <ac:chgData name="Lam Duong - Production" userId="65e8c0d3-4603-41c9-b3ca-e08f296ac7bc" providerId="ADAL" clId="{080D2B13-4886-48AD-A60A-C39DB49AAB5E}" dt="2026-04-25T05:32:16.988" v="2" actId="1076"/>
          <ac:picMkLst>
            <pc:docMk/>
            <pc:sldMk cId="466161158" sldId="259"/>
            <ac:picMk id="5" creationId="{DEF897B1-1F40-A906-E4C3-FD2796E7BBFE}"/>
          </ac:picMkLst>
        </pc:picChg>
      </pc:sldChg>
      <pc:sldChg chg="modSp mod">
        <pc:chgData name="Lam Duong - Production" userId="65e8c0d3-4603-41c9-b3ca-e08f296ac7bc" providerId="ADAL" clId="{080D2B13-4886-48AD-A60A-C39DB49AAB5E}" dt="2026-04-25T05:32:34.833" v="4" actId="1076"/>
        <pc:sldMkLst>
          <pc:docMk/>
          <pc:sldMk cId="2533894278" sldId="260"/>
        </pc:sldMkLst>
        <pc:picChg chg="mod">
          <ac:chgData name="Lam Duong - Production" userId="65e8c0d3-4603-41c9-b3ca-e08f296ac7bc" providerId="ADAL" clId="{080D2B13-4886-48AD-A60A-C39DB49AAB5E}" dt="2026-04-25T05:32:34.833" v="4" actId="1076"/>
          <ac:picMkLst>
            <pc:docMk/>
            <pc:sldMk cId="2533894278" sldId="260"/>
            <ac:picMk id="5" creationId="{AC62F202-B703-F3C6-E061-2ED1C45A88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52B3-40AE-B89B-3DFE-4159E3739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0663C-2BF4-6CE5-69F1-1A4E7B9A6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88023-01FF-E20B-F1D8-52E90C13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2D8DE-93D6-C75F-BCBF-52225966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4A57-3C79-5C3A-D1AF-7065D081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81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28A3-8D1E-9E87-735E-F6A55A9E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FB4C-8742-3A3B-6F79-374CB746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B1DB-093B-8535-7471-AEEB8C13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E99BB-D976-3957-C887-67E522D5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7F68-D6A6-DE1A-2945-E77E3D89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05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6502-5104-F8C0-5497-029A293E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18DAD-EC0E-1EFC-FD87-798293E8C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B8D4-890D-C052-2661-E647351E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7D79-D16D-CA55-B028-F2ECFFF1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E20F3-2153-BDA5-B277-E26A8455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70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4B86-D289-551E-02DB-0CEC14E6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1B546-20DA-8C76-3C4E-0E7F9F561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FFEC6-B98A-0FD5-E559-9FAB514E5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A4255-9CA3-ECA8-24FC-0D8CE3B1F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2B122-56D5-E2B0-C91C-4D1ED453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2D6D2-538E-409F-F690-AE607357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55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653D-C96E-8F76-A046-25C6D633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6804F-C0A2-5492-74D3-B05A658D5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FFB50-FE27-A397-0EA2-64D6270F7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B92A6-3549-5A1E-188F-04CF31261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5899F-B0C4-CB90-1EFC-B801B5C92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304BE-7379-BCD2-EF2A-C7EEB8DC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DFCFE-3B27-A5BE-68B3-6ED788D9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5481A-BFB2-9804-EE16-2A580225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94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D6F1-5863-9B08-E1AE-0FAACB7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5D0FC-F52F-6811-DBB5-689AFD40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DA695-D580-7B82-D8AC-BCFAAC06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B8752-04AC-866C-25BB-91A19226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43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1CFB2-2D80-FCE9-A8D1-EE12CAEB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FF8B7-3A9F-12B6-CF7B-2F532AD3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D936D-13C3-CB77-0099-FAA6BE2F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25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354F-090A-047F-8330-586B5ABF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A348-5658-1771-F75E-A0FA59811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6A832-7B08-91A9-6070-690F24E00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4A4D6-88D9-B255-7B20-B483CCB9E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0E5E2-18F4-4719-3315-6CC68B52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9B196-BF6E-B1B1-D5A1-358447F2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32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46F1-01BC-568C-A02E-BF3DB707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691264-D00E-6999-1617-FD126CC51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E337-D10F-B439-ECC8-A31DFD138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63197-555F-C93C-6911-96E3DFDF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AFB73-63FB-BB4C-4DD6-0B18A879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D02F7-179A-FEF5-83A1-BA4D8C0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89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952C-6101-7CFA-8B50-62161CAF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D6D49-9FC2-E9EE-4228-80EDAA020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91BDA-DB17-8D15-E366-58A0A640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31798-7694-7927-1AF3-23DF5659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A1DF2-676C-C776-3C93-6D158BEC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10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DB95C-F282-BFA0-EC74-BBB77E890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BAE07-CD79-28EE-3131-A7F56E13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5FAB6-D6CE-26C0-17C7-B4457E76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BC59D-CDE5-D8CF-A0B8-1CEA1D61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F725-2545-C27C-2017-37776CD6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68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3C51-BFD5-327E-A470-8A2E0F2B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DCFAB-C1ED-F42F-E31E-0FDA38E26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58B0E-63A4-9C23-9F27-A557642E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36BD7-4C78-5711-241C-11463F7C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283C-F492-0060-1C7F-01A56F5C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54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962C1-1AC9-4454-0B44-EED5F631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355E-24F7-0D89-503F-10D4F4988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B3049-16AB-921E-53C0-B7D4CEF5E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6A51A-802D-4BE5-BD64-3593616B6B2D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35CF-BC15-3D23-58F2-50380407D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CA02E-E75F-F5DF-7140-73A7710B4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F1813-1DE7-4CCC-9111-55FBA025D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79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D5F0-1A55-636C-A126-BE5B277DA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HƯỚNG DẪN SỬ DỤNG HỆ THỐNG BÁO CÁO FOAMING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6A9AF-6180-419E-0676-C2A0510D4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Bản chi tiết - Có hình ảnh minh họa</a:t>
            </a:r>
          </a:p>
        </p:txBody>
      </p:sp>
    </p:spTree>
    <p:extLst>
      <p:ext uri="{BB962C8B-B14F-4D97-AF65-F5344CB8AC3E}">
        <p14:creationId xmlns:p14="http://schemas.microsoft.com/office/powerpoint/2010/main" val="32334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0987-8796-7603-471A-193465D0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Đăng nhập hệ thống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E6DA4-0F07-3F80-CED9-FA38DB07D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45000" cy="4351338"/>
          </a:xfrm>
        </p:spPr>
        <p:txBody>
          <a:bodyPr/>
          <a:lstStyle/>
          <a:p>
            <a:r>
              <a:rPr lang="en-GB"/>
              <a:t>- Truy cập trang web.</a:t>
            </a:r>
          </a:p>
          <a:p>
            <a:r>
              <a:rPr lang="en-GB"/>
              <a:t>- Dùng Mã Số Nhân Viên (MSNV).</a:t>
            </a:r>
          </a:p>
          <a:p>
            <a:r>
              <a:rPr lang="en-GB"/>
              <a:t>- Ví dụ: NV001, QL001.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BE7E5-51AC-46E1-F681-5C2BF5E620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1027906"/>
            <a:ext cx="6350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3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ADC4-599F-5FE8-4568-2A67DE11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Bảng điều khiển &amp; Tra cứu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F680-C76B-6873-FED3-E47CDA9B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45000" cy="4351338"/>
          </a:xfrm>
        </p:spPr>
        <p:txBody>
          <a:bodyPr/>
          <a:lstStyle/>
          <a:p>
            <a:r>
              <a:rPr lang="vi-VN"/>
              <a:t>- Tại tab Sản Lượng &amp; KPI.</a:t>
            </a:r>
          </a:p>
          <a:p>
            <a:r>
              <a:rPr lang="vi-VN"/>
              <a:t>- Nhập mã FPRO/RPRO hoặc quét mã QR.</a:t>
            </a:r>
          </a:p>
          <a:p>
            <a:r>
              <a:rPr lang="vi-VN"/>
              <a:t>- Hệ thống hiển thị tiến độ và Số Bun Cần Bù.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CC4DF-E744-3D03-A7D2-B134CDC9C2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866" y="1092200"/>
            <a:ext cx="6350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1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83FE-B284-612A-B7BE-37E3F66D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Báo cáo &amp; Bù lỗi (NG)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89265-ADAA-FFEA-18C7-79B6571C3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45000" cy="4351338"/>
          </a:xfrm>
        </p:spPr>
        <p:txBody>
          <a:bodyPr/>
          <a:lstStyle/>
          <a:p>
            <a:r>
              <a:rPr lang="vi-VN"/>
              <a:t>- Chọn công đoạn: ĐỔ, TÁCH, hoặc KHO.</a:t>
            </a:r>
          </a:p>
          <a:p>
            <a:r>
              <a:rPr lang="vi-VN"/>
              <a:t>- Điền số lượng thực tế.</a:t>
            </a:r>
          </a:p>
          <a:p>
            <a:r>
              <a:rPr lang="vi-VN"/>
              <a:t>- Nếu có lỗi: Nhập Số lượng Bun NG và Loại lỗi.</a:t>
            </a:r>
          </a:p>
          <a:p>
            <a:r>
              <a:rPr lang="vi-VN"/>
              <a:t>- Nhấn Lưu Báo Cáo.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897B1-1F40-A906-E4C3-FD2796E7B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467" y="1126066"/>
            <a:ext cx="6350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6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D0DD-1BD6-769C-1F7C-5798A88D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Lịch sử &amp; Xuất dữ liệu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88C75-178B-0B7E-719C-449C820D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45000" cy="4351338"/>
          </a:xfrm>
        </p:spPr>
        <p:txBody>
          <a:bodyPr/>
          <a:lstStyle/>
          <a:p>
            <a:r>
              <a:rPr lang="vi-VN"/>
              <a:t>- Lịch sử báo cáo hiển thị ở góc bên phải.</a:t>
            </a:r>
          </a:p>
          <a:p>
            <a:r>
              <a:rPr lang="vi-VN"/>
              <a:t>- Dữ liệu có thêm trường Tuần và NO.ORDER.</a:t>
            </a:r>
          </a:p>
          <a:p>
            <a:r>
              <a:rPr lang="vi-VN"/>
              <a:t>- Nhấn nút 'Xuất CSV' để lưu báo cáo.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2F202-B703-F3C6-E061-2ED1C45A88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1027906"/>
            <a:ext cx="6350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HƯỚNG DẪN SỬ DỤNG HỆ THỐNG BÁO CÁO FOAMING</vt:lpstr>
      <vt:lpstr>1. Đăng nhập hệ thống</vt:lpstr>
      <vt:lpstr>2. Bảng điều khiển &amp; Tra cứu</vt:lpstr>
      <vt:lpstr>3. Báo cáo &amp; Bù lỗi (NG)</vt:lpstr>
      <vt:lpstr>4. Lịch sử &amp; Xuất dữ liệu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Duong - Production</dc:creator>
  <cp:lastModifiedBy>Lam Duong - Production</cp:lastModifiedBy>
  <cp:revision>1</cp:revision>
  <dcterms:created xsi:type="dcterms:W3CDTF">2026-04-25T05:30:49Z</dcterms:created>
  <dcterms:modified xsi:type="dcterms:W3CDTF">2026-04-25T05:32:37Z</dcterms:modified>
</cp:coreProperties>
</file>