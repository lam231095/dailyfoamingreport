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8BEE2-1AFC-89AB-42AC-74BFC0FE7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5891D-3334-0390-700B-D8DC49D9D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06015-8A83-2B82-2CB5-F282DD59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6936-3904-4F4D-A216-B5BECD1BA0A0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26961-AAB2-0DD1-A736-07D79630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CCA8C-24A5-2F25-B6F8-1DCD77379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792EE-DFB3-45B6-9C6A-AEEA19D9C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912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CDFC4-F490-E08D-9334-85412F30B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179CF-FD7D-56FF-F709-E9C875771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EB538-07C0-CD9F-2AA5-DB43EED44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6936-3904-4F4D-A216-B5BECD1BA0A0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71603-FFF5-08C7-6F18-65ACAEB7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9B544-52AD-2B2E-E3F4-26EDD907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792EE-DFB3-45B6-9C6A-AEEA19D9C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58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4CB3B-2FE7-7684-4518-E7E3FC76A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B9064-066F-E0CA-1480-E8705C5AD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FF3B9-F8FD-F57A-F5D5-E1CB59CE0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6936-3904-4F4D-A216-B5BECD1BA0A0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1841B-DAFD-5E4E-A00D-A21D0792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89962-D40A-42F8-86A1-D99EB2B40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792EE-DFB3-45B6-9C6A-AEEA19D9C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819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BD80-D277-93DB-9AC8-5461AC5D0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B94D0-C7A5-3E34-CF58-2A0D9A5B1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6D640-E43F-07B0-32CE-6AACD4D4C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677C7-0833-07B6-47F8-D875D1890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6936-3904-4F4D-A216-B5BECD1BA0A0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BBD6E-D9EE-8C9B-3522-EB6B7617E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BD08A-2459-4CAF-6814-1A9E52AD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792EE-DFB3-45B6-9C6A-AEEA19D9C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1268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9F5B-0AA5-1BC5-3BA8-EBEC622C4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B809A-59EC-CA45-E65C-7570C1724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6EBB57-107A-B25C-8292-FB826B54D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5B98F8-15FA-5A68-50DB-FFAA9CC8B7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B4427D-82E2-7C4C-F4A5-35D204F46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14A92A-1E13-9E24-DD93-101BCC554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6936-3904-4F4D-A216-B5BECD1BA0A0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006A2-683F-F750-0F18-990C210B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343EF0-D577-039F-BD7C-F1A19292D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792EE-DFB3-45B6-9C6A-AEEA19D9C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202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CBFAA-D887-A8FD-695A-C8D1B28D2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131FF-1FF8-19DC-D005-1D61DEF76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6936-3904-4F4D-A216-B5BECD1BA0A0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6706A-E9CB-ABAF-5379-71957BAF7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81597-44AD-FECE-03A6-B55647C1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792EE-DFB3-45B6-9C6A-AEEA19D9C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6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5E9EC-239A-EC96-70B6-35B00A8F0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6936-3904-4F4D-A216-B5BECD1BA0A0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CC8215-D2CE-D299-C2F7-5E10591A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DBB4C-C88B-B847-65F2-73967A856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792EE-DFB3-45B6-9C6A-AEEA19D9C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40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4700A-7BA0-127A-3001-4B879EC24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B88B7-253A-E64B-DEFD-AC766C8BE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C9B49-4CA6-BD59-B79B-DE800CEE8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19979-EAE1-4F46-2467-18EF8AA40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6936-3904-4F4D-A216-B5BECD1BA0A0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092F2-09FA-D462-6D30-86C05BCAD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DBB1C-0830-1A1F-DAE7-5C2367D5A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792EE-DFB3-45B6-9C6A-AEEA19D9C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819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DB0C-A0C2-1C2D-98C9-DC06E3234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FA0A76-F1BC-25B3-BA87-8AA0CB02F4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F1B11-BFFD-2EC3-C861-255104B78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8B812-749F-FA83-DCAD-A2C56CFF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6936-3904-4F4D-A216-B5BECD1BA0A0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A13CD-66B4-E0EC-A51B-C087B59B3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DA6B7-BC82-13F1-ED1F-67FD48BA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792EE-DFB3-45B6-9C6A-AEEA19D9C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23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4E07C-3348-8BF4-E336-1ACCF1F5C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D33673-2502-AF63-CA3E-E04AC50EC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F9EA9-6F24-E232-A989-886BACE6A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6936-3904-4F4D-A216-B5BECD1BA0A0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80D4A-A978-884F-692F-8282CA3A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97541-3D3A-C294-933D-9E74356F6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792EE-DFB3-45B6-9C6A-AEEA19D9C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176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346E28-CA03-5D13-4CD4-0E51E0FA02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8F8CC-3564-E825-6E81-8F641BF53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6523F-F880-1D3F-CDC4-57D334E01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6936-3904-4F4D-A216-B5BECD1BA0A0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AAA5E-4662-F22F-D7E0-814DC5338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D05F1-01E5-DE78-2A12-5A29960F6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792EE-DFB3-45B6-9C6A-AEEA19D9C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37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64454-AA0D-517C-07B5-2BB005BF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E6C8C-A53B-CD17-D4BE-BD1C922E6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4610F-25CD-C405-7613-29FEC0324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6936-3904-4F4D-A216-B5BECD1BA0A0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0C242-87C5-40E3-5EA0-8260C9F4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2F589-2EA5-0191-84CD-AA837168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792EE-DFB3-45B6-9C6A-AEEA19D9C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5804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1B44CF-D98C-A391-A3AD-74C4F6696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56B01-1E81-CE6A-F938-2FF33D9EB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E086B-FCB9-C871-CB08-FBB622B55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36936-3904-4F4D-A216-B5BECD1BA0A0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B384B-8F5C-123A-53FD-5B2DCD1E9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2D859-153F-C148-038D-071CBFEE0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1792EE-DFB3-45B6-9C6A-AEEA19D9C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474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20CA7-B1DD-C7E5-9FFA-B1D75A435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HƯỚNG DẪN SỬ DỤNG HỆ THỐNG BÁO CÁO FOAMING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E06CCF-049C-13A0-4B41-B56C76D782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/>
              <a:t>Ortholite Vietnam - Báo cáo Sản Lượng và 4M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027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A0113-F941-4D91-7613-C1AA5EC5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Đăng nhập hệ thống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22FE5-25A2-7B1F-0416-8DEA5BBC9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- Truy cập vào đường dẫn trang web của hệ thống.</a:t>
            </a:r>
          </a:p>
          <a:p>
            <a:r>
              <a:rPr lang="vi-VN"/>
              <a:t>- Sử dụng Mã Số Nhân Viên (MSNV) để đăng nhập.</a:t>
            </a:r>
          </a:p>
          <a:p>
            <a:r>
              <a:rPr lang="vi-VN"/>
              <a:t>- Hệ thống tự động phân quyền (Nhân viên / Quản lý).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249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CB8B-1265-5B9F-4D5D-E1357D95A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2. Tra cứu và Báo cáo Sản xuất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A78E3-AEC8-2CAF-8868-F494CAEBD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- Chọn Khu vực báo cáo: ĐỔ, TÁCH, hoặc NHẬP KHO.</a:t>
            </a:r>
          </a:p>
          <a:p>
            <a:r>
              <a:rPr lang="vi-VN"/>
              <a:t>- Nhập Mã Kế Hoạch (VD: FPRO-...) hoặc sử dụng tính năng Quét mã QR.</a:t>
            </a:r>
          </a:p>
          <a:p>
            <a:r>
              <a:rPr lang="vi-VN"/>
              <a:t>- Điền số lượng thực tế, thông tin máy, và người vận hành.</a:t>
            </a:r>
          </a:p>
          <a:p>
            <a:r>
              <a:rPr lang="vi-VN"/>
              <a:t>- Nếu có lỗi phát sinh, điền Số lượng Bun NG và Loại lỗi. Hệ thống sẽ tự động tổng hợp 'Số bun cần bù'.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98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B41A4-5144-FF4D-3865-C3DCEC9D3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3. Báo cáo Biến động 4M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3A40F-BBF9-3E34-65AA-578E881CC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- Chuyển sang thẻ 'Biến Động 4M'.</a:t>
            </a:r>
          </a:p>
          <a:p>
            <a:r>
              <a:rPr lang="vi-VN"/>
              <a:t>- Ghi nhận các sự cố bất thường:</a:t>
            </a:r>
          </a:p>
          <a:p>
            <a:r>
              <a:rPr lang="vi-VN"/>
              <a:t>  + Man (Con người)</a:t>
            </a:r>
          </a:p>
          <a:p>
            <a:r>
              <a:rPr lang="vi-VN"/>
              <a:t>  + Machine (Máy móc)</a:t>
            </a:r>
          </a:p>
          <a:p>
            <a:r>
              <a:rPr lang="vi-VN"/>
              <a:t>  + Material (Vật liệu)</a:t>
            </a:r>
          </a:p>
          <a:p>
            <a:r>
              <a:rPr lang="vi-VN"/>
              <a:t>  + Method (Phương pháp)</a:t>
            </a:r>
          </a:p>
          <a:p>
            <a:r>
              <a:rPr lang="vi-VN"/>
              <a:t>- Đánh giá mức độ nghiêm trọng của sự cố.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142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6FFAE-58EB-8462-C728-D5B9FCF21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4. Lịch sử và Xuất Dữ liệu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49906-204E-CCE9-CFBD-6B82784B9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- Xem lịch sử các báo cáo gần nhất ở danh sách bên phải.</a:t>
            </a:r>
          </a:p>
          <a:p>
            <a:r>
              <a:rPr lang="en-GB"/>
              <a:t>- Sử dụng bộ lọc để tìm báo cáo theo thời gian, mã nhân viên.</a:t>
            </a:r>
          </a:p>
          <a:p>
            <a:r>
              <a:rPr lang="en-GB"/>
              <a:t>- Nhấn nút 'Xuất CSV' để tải toàn bộ dữ liệu báo cáo về máy.</a:t>
            </a:r>
          </a:p>
        </p:txBody>
      </p:sp>
    </p:spTree>
    <p:extLst>
      <p:ext uri="{BB962C8B-B14F-4D97-AF65-F5344CB8AC3E}">
        <p14:creationId xmlns:p14="http://schemas.microsoft.com/office/powerpoint/2010/main" val="2578657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HƯỚNG DẪN SỬ DỤNG HỆ THỐNG BÁO CÁO FOAMING</vt:lpstr>
      <vt:lpstr>1. Đăng nhập hệ thống</vt:lpstr>
      <vt:lpstr>2. Tra cứu và Báo cáo Sản xuất</vt:lpstr>
      <vt:lpstr>3. Báo cáo Biến động 4M</vt:lpstr>
      <vt:lpstr>4. Lịch sử và Xuất Dữ liệu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 Duong - Production</dc:creator>
  <cp:lastModifiedBy>Lam Duong - Production</cp:lastModifiedBy>
  <cp:revision>1</cp:revision>
  <dcterms:created xsi:type="dcterms:W3CDTF">2026-04-25T05:18:10Z</dcterms:created>
  <dcterms:modified xsi:type="dcterms:W3CDTF">2026-04-25T05:18:10Z</dcterms:modified>
</cp:coreProperties>
</file>